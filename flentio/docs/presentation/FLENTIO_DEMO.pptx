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Flentio - Orquestación &amp;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Catálogo de Automatizaciones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Atención al Cliente Inteligente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Zendesk + IA: Clasificación automática de tickets y redacción de autorespuestas con Ollama.</a:t>
            </a:r>
          </a:p>
          <a:p>
            <a:pPr>
              <a:defRPr sz="2000"/>
            </a:pPr>
            <a:r>
              <a:t>Soporte L1 con Intercom (RAG): Resolución de dudas desde el chat consultando la Base de Conocimiento Institucional.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Humanos y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Auto-Onboarding de Empleados: Creación en Google Workspace y bienvenida en Slack al añadir en Workday.</a:t>
            </a:r>
          </a:p>
          <a:p>
            <a:pPr>
              <a:defRPr sz="2000"/>
            </a:pPr>
            <a:r>
              <a:t>Análisis de Clima Clínico: Encuestas mensuales con Typeform analizadas por IA para crear reportes ejecutivos.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Ciberseguridad y 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Respuesta a Phishing: Análisis con VirusTotal y auto-purgado de adjuntos maliciosos en Exchange.</a:t>
            </a:r>
          </a:p>
          <a:p>
            <a:pPr>
              <a:defRPr sz="2000"/>
            </a:pPr>
            <a:r>
              <a:t>Prevención IAM: Bloqueo de cuentas en AWS ante logins inusuales con alertas a PagerDuty.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y Retención (CRM)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Enriquecimiento de Leads: Webhooks desde formularios, enriquecidos con Clearbit y sincronizados en Salesforce.</a:t>
            </a:r>
          </a:p>
          <a:p>
            <a:pPr>
              <a:defRPr sz="2000"/>
            </a:pPr>
            <a:r>
              <a:t>Operación 'Churn Rescue': IA detecta cancelaciones en Stripe y envía ofertas de retención hiper-personalizadas.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y Finanzas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Sentimiento de Marca: IA monitorea X (Twitter), detecta quejas y abre tickets prioritarios en HubSpot.</a:t>
            </a:r>
          </a:p>
          <a:p>
            <a:pPr>
              <a:defRPr sz="2000"/>
            </a:pPr>
            <a:r>
              <a:t>Contabilidad OCR: Extracción inteligente de PDFs recibidos por correo e inserción contable en SAP.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Operaciones, Logística e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Auto-Etiquetado Ecommerce: Shopify + ShipStation + Notificaciones SMS vía Twilio.</a:t>
            </a:r>
          </a:p>
          <a:p>
            <a:pPr>
              <a:defRPr sz="2000"/>
            </a:pPr>
            <a:r>
              <a:t>Mantenimiento Predictivo (IoT): Sensores en InfluxDB levantan órdenes de trabajo urgentes en Jira.</a:t>
            </a:r>
          </a:p>
          <a:p>
            <a:pPr>
              <a:defRPr sz="2000"/>
            </a:pPr>
            <a:r>
              <a:t>Alertas de Clima: Avisos críticos multi-canal a empleados vía SMS y WhatsApp.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Ingeniería (DevSecOps y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Auto-Fix: IA captura logs fallidos en GitLab y sugiere parches en hilos de Slack.</a:t>
            </a:r>
          </a:p>
          <a:p>
            <a:pPr>
              <a:defRPr sz="2000"/>
            </a:pPr>
            <a:r>
              <a:t>Revisión de Seguridad PRs: Agente SAST revisa Pull Requests en GitHub buscando vulnerabilidades OWASP.</a:t>
            </a:r>
          </a:p>
          <a:p>
            <a:pPr>
              <a:defRPr sz="2000"/>
            </a:pPr>
            <a:r>
              <a:t>Migración ETL Legacy: Migración diaria automatizada desde MySQL a Snowflake.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